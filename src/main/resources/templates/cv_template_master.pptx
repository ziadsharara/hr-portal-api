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presProps.xml" ContentType="application/vnd.openxmlformats-officedocument.presentationml.presProps+xml"/>
  <Override PartName="/ppt/media/image3.svg" ContentType="image/svg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717AB20-310C-4CFC-A0DE-901EA0785E4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6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667796E-D150-49B6-972E-03EFC3FABD2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5165C88-6146-40D9-96AB-68DB8CAC9C8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D1F7C5-8030-4198-9E26-9B36659AC68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5F488E6-2812-4043-BFBA-0221F25BA0C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360" cy="581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520" cy="581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05CC8E9-C794-4757-BFF5-9D45AECE46C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443F232-1456-4A84-A2EE-D5E18C657CB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Edit Master text styles</a:t>
            </a:r>
            <a:endParaRPr lang="en-US" sz="24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0FCB7D9-48D1-40FF-99E9-B605A7FE9B0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6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80A902-70F8-4AEB-8A79-18C920DD02F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000" cy="82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000" cy="368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560" cy="82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560" cy="368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7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8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47BD447-787E-46EC-AED4-7424CD2FA49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CEFAD68-632E-4ADB-914C-E93165B7153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svg"/><Relationship Id="rId3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svg"/><Relationship Id="rId3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ns3="http://schemas.microsoft.com/office/drawing/2016/SVG/main" xmlns:ns4="http://schemas.openxmlformats.org/markup-compatibility/2006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raphic 6"/>
          <p:cNvPicPr/>
          <p:nvPr/>
        </p:nvPicPr>
        <p:blipFill>
          <a:blip r:embed="rId1">
            <a:extLst>
              <a:ext uri="{96DAC541-7B7A-43D3-8B79-37D633B846F1}">
                <ns3:svgBlip r:embed="rId2"/>
              </a:ext>
            </a:extLst>
          </a:blip>
          <a:stretch/>
        </p:blipFill>
        <p:spPr>
          <a:xfrm>
            <a:off x="10801800" y="298800"/>
            <a:ext cx="898560" cy="103680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61" name="Table 10"/>
          <p:cNvGraphicFramePr/>
          <p:nvPr/>
        </p:nvGraphicFramePr>
        <p:xfrm>
          <a:off x="270360" y="1743120"/>
          <a:ext cx="4576320" cy="1483200"/>
        </p:xfrm>
        <a:graphic>
          <a:graphicData uri="http://schemas.openxmlformats.org/drawingml/2006/table">
            <a:tbl>
              <a:tblPr/>
              <a:tblGrid>
                <a:gridCol w="1528560"/>
                <a:gridCol w="3048120"/>
              </a:tblGrid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Project Role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{{POSITION}}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Nationality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{{NATIONALITY}}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Languages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{{LANGUAGES}}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Age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{{AGE}}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2" name="Table 14"/>
          <p:cNvGraphicFramePr/>
          <p:nvPr/>
        </p:nvGraphicFramePr>
        <p:xfrm>
          <a:off x="4989600" y="1782360"/>
          <a:ext cx="6766560" cy="1405080"/>
        </p:xfrm>
        <a:graphic>
          <a:graphicData uri="http://schemas.openxmlformats.org/drawingml/2006/table">
            <a:tbl>
              <a:tblPr/>
              <a:tblGrid>
                <a:gridCol w="1675080"/>
                <a:gridCol w="5091840"/>
              </a:tblGrid>
              <a:tr h="448200">
                <a:tc>
                  <a:txBody>
                    <a:bodyPr lIns="133560" rIns="1335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Education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33560" marR="13356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3560" rIns="13356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{{EDUCATION}}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33560" marR="13356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415080">
                <a:tc>
                  <a:txBody>
                    <a:bodyPr lIns="133560" rIns="1335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Experience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33560" marR="13356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3560" rIns="13356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{{EXPERIENCE_YEARS}}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33560" marR="13356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541800">
                <a:tc>
                  <a:txBody>
                    <a:bodyPr lIns="133560" rIns="1335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Certification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33560" marR="13356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3560" rIns="13356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{{CERTIFICATION}}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33560" marR="13356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3" name="TextBox 2"/>
          <p:cNvSpPr/>
          <p:nvPr/>
        </p:nvSpPr>
        <p:spPr>
          <a:xfrm>
            <a:off x="270360" y="453600"/>
            <a:ext cx="51836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{{NAME}}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Rectangle 3"/>
          <p:cNvSpPr/>
          <p:nvPr/>
        </p:nvSpPr>
        <p:spPr>
          <a:xfrm flipH="1">
            <a:off x="5576760" y="663480"/>
            <a:ext cx="490788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{{CV_TITLE}}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Rectangle 7"/>
          <p:cNvSpPr/>
          <p:nvPr/>
        </p:nvSpPr>
        <p:spPr>
          <a:xfrm>
            <a:off x="685800" y="3800000"/>
            <a:ext cx="4452120" cy="70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0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Recent Relevant Experience {{PAGE}}/{{TOTAL_PAGES}}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6" name="Table 1"/>
          <p:cNvGraphicFramePr/>
          <p:nvPr/>
        </p:nvGraphicFramePr>
        <p:xfrm>
          <a:off x="332280" y="4182840"/>
          <a:ext cx="5399280" cy="2452320"/>
        </p:xfrm>
        <a:graphic>
          <a:graphicData uri="http://schemas.openxmlformats.org/drawingml/2006/table">
            <a:tbl>
              <a:tblPr/>
              <a:tblGrid>
                <a:gridCol w="1419480"/>
                <a:gridCol w="3980160"/>
              </a:tblGrid>
              <a:tr h="3146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Organization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{{ORG}}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Country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{{COUNTRY}}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Industry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{{INDUSTRY}}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Scope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{{SCOPE}}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002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Year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{{YEAR}}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Role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{{ROLE}}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Duration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{{DURATION}}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7" name="Table 3"/>
          <p:cNvGraphicFramePr/>
          <p:nvPr/>
        </p:nvGraphicFramePr>
        <p:xfrm>
          <a:off x="6270480" y="4182840"/>
          <a:ext cx="5471280" cy="2447640"/>
        </p:xfrm>
        <a:graphic>
          <a:graphicData uri="http://schemas.openxmlformats.org/drawingml/2006/table">
            <a:tbl>
              <a:tblPr/>
              <a:tblGrid>
                <a:gridCol w="1458720"/>
                <a:gridCol w="4012920"/>
              </a:tblGrid>
              <a:tr h="3092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Organization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{{ORG}}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Country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{{COUNTRY}}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Industry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{{INDUSTRY}}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Scope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{{SCOPE}}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Year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{{YEAR}}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Role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{{ROLE}}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Duration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{{DURATION}}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ns4:AlternateContent>
    <ns4:Choice Requires="p14">
      <p:transition spd="slow" ns5:dur="2000"/>
    </ns4:Choice>
    <ns4:Fallback>
      <p:transition spd="slow"/>
    </ns4:Fallback>
  </ns4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8" name="Table 8"/>
          <p:cNvGraphicFramePr/>
          <p:nvPr/>
        </p:nvGraphicFramePr>
        <p:xfrm>
          <a:off x="331920" y="4182480"/>
          <a:ext cx="5399280" cy="2452320"/>
        </p:xfrm>
        <a:graphic>
          <a:graphicData uri="http://schemas.openxmlformats.org/drawingml/2006/table">
            <a:tbl>
              <a:tblPr/>
              <a:tblGrid>
                <a:gridCol w="1419480"/>
                <a:gridCol w="3980160"/>
              </a:tblGrid>
              <a:tr h="3146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Organization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{{ORG}}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Country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{{COUNTRY}}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Industry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{{INDUSTRY}}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Scope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{{SCOPE}}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002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Year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{{YEAR}}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Role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{{ROLE}}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Duration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{{DURATION}}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9" name="Rectangle 1"/>
          <p:cNvSpPr/>
          <p:nvPr/>
        </p:nvSpPr>
        <p:spPr>
          <a:xfrm>
            <a:off x="331920" y="407520"/>
            <a:ext cx="4230000" cy="46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Recent Relevant Experience {{PAGE}}/{{TOTAL_PAGES}}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" name="Graphic 10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0952280" y="278280"/>
            <a:ext cx="789120" cy="91080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71" name="Table 2"/>
          <p:cNvGraphicFramePr/>
          <p:nvPr/>
        </p:nvGraphicFramePr>
        <p:xfrm>
          <a:off x="6270120" y="4182480"/>
          <a:ext cx="5471280" cy="2447640"/>
        </p:xfrm>
        <a:graphic>
          <a:graphicData uri="http://schemas.openxmlformats.org/drawingml/2006/table">
            <a:tbl>
              <a:tblPr/>
              <a:tblGrid>
                <a:gridCol w="1458720"/>
                <a:gridCol w="4012920"/>
              </a:tblGrid>
              <a:tr h="3092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Organization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{{ORG}}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Country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{{COUNTRY}}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Industry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{{INDUSTRY}}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Scope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{{SCOPE}}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Year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{{YEAR}}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Role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{{ROLE}}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Duration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{{DURATION}}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72" name="Table 4"/>
          <p:cNvGraphicFramePr/>
          <p:nvPr/>
        </p:nvGraphicFramePr>
        <p:xfrm>
          <a:off x="331920" y="1464480"/>
          <a:ext cx="11297160" cy="2425320"/>
        </p:xfrm>
        <a:graphic>
          <a:graphicData uri="http://schemas.openxmlformats.org/drawingml/2006/table">
            <a:tbl>
              <a:tblPr/>
              <a:tblGrid>
                <a:gridCol w="1457280"/>
                <a:gridCol w="9840240"/>
              </a:tblGrid>
              <a:tr h="2109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Organization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{{ORG}}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289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Country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{{COUNTRY}}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122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Industry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{{INDUSTRY}}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5936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Scope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{{SCOPE}}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289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Year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{{YEAR}}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153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Role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{{ROLE}}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289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Duration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{{DURATION}}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300</TotalTime>
  <Application>LibreOffice/26.2.5.2$Linux_X86_64 LibreOffice_project/620$Build-2</Application>
  <AppVersion>15.0000</AppVersion>
  <Words>399</Words>
  <Paragraphs>145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2024-10-30T10:50:26Z</dcterms:created>
  <dc:creator>Salma Mohamed</dc:creator>
  <dc:description/>
  <dc:language>en-US</dc:language>
  <cp:lastModifiedBy/>
  <dcterms:modified xsi:type="dcterms:W3CDTF">2026-08-21T20:47:16Z</dcterms:modified>
  <cp:revision>34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3</vt:i4>
  </property>
</Properties>
</file>